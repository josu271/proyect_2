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858" r:id="rId9"/>
  </p:sldMasterIdLst>
  <p:notesMasterIdLst>
    <p:notesMasterId r:id="rId14"/>
  </p:notesMasterIdLst>
  <p:sldIdLst>
    <p:sldId id="266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55" d="100"/>
          <a:sy n="55" d="100"/>
        </p:scale>
        <p:origin x="81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06/21/2026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27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5868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0937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917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087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6387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611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1994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7036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908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10963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797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83765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87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0189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4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16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/>
              <a:t>REUNION DE DEMOSTRACION Y</a:t>
            </a:r>
          </a:p>
          <a:p>
            <a:pPr algn="ctr"/>
            <a:r>
              <a:rPr lang="es-PA" sz="2800" b="1" dirty="0"/>
              <a:t>REVISION DEL SPRINT 3</a:t>
            </a:r>
            <a:endParaRPr lang="en-US" sz="2800" b="1" dirty="0"/>
          </a:p>
        </p:txBody>
      </p:sp>
      <p:sp>
        <p:nvSpPr>
          <p:cNvPr id="3" name="CuadroTexto 1"/>
          <p:cNvSpPr txBox="1"/>
          <p:nvPr/>
        </p:nvSpPr>
        <p:spPr>
          <a:xfrm>
            <a:off x="611560" y="4293096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Generación Óptima de Horarios Académicos para Currículos Flexibles</a:t>
            </a:r>
          </a:p>
          <a:p>
            <a:pPr algn="ctr"/>
            <a:endParaRPr lang="es-ES" sz="2800" b="1" dirty="0"/>
          </a:p>
          <a:p>
            <a:pPr algn="ctr"/>
            <a:r>
              <a:rPr lang="es-PE" sz="2800" b="1" dirty="0"/>
              <a:t>Sprint </a:t>
            </a:r>
            <a:r>
              <a:rPr lang="es-PE" sz="2800" b="1"/>
              <a:t>3 (06/05/2026 </a:t>
            </a:r>
            <a:r>
              <a:rPr lang="es-PE" sz="2800" b="1" dirty="0"/>
              <a:t>- 07/06/2026)</a:t>
            </a:r>
            <a:endParaRPr lang="es-PA" sz="2800" b="1" dirty="0"/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6372257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AGENDA</a:t>
            </a:r>
          </a:p>
          <a:p>
            <a:endParaRPr lang="es-P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Historias de Usuario completadas en este Sprint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Demostración del trabajo completado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Pendientes</a:t>
            </a:r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441C-5DE8-7F8D-6013-F6438C9B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581A25-A726-F47A-7271-37D7FDC42F7C}"/>
              </a:ext>
            </a:extLst>
          </p:cNvPr>
          <p:cNvSpPr txBox="1"/>
          <p:nvPr/>
        </p:nvSpPr>
        <p:spPr>
          <a:xfrm>
            <a:off x="1331640" y="692696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400" b="1" dirty="0"/>
              <a:t>Historias de Usuario completadas en este Sprint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AF7CCA-081B-2BD9-9817-ACF2F8554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500000"/>
            <a:ext cx="666023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SGDHA-8 – Generar horarios (motor CSP: backtracking + forward checking)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SGDHA-9 – Evaluar calidad del horario generado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/>
              <a:t>SGDHA-13 – Controlar acceso por roles (admin, coordinador, docente, estudiante)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C720F8-E4A1-0B9C-CE0E-79CB5C8724D1}"/>
              </a:ext>
            </a:extLst>
          </p:cNvPr>
          <p:cNvSpPr txBox="1"/>
          <p:nvPr/>
        </p:nvSpPr>
        <p:spPr>
          <a:xfrm>
            <a:off x="1367644" y="3300000"/>
            <a:ext cx="640871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Pendientes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Optimizar la carga de horarios en el frontend (lazy loading + caché)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Exportar horarios a PDF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Pruebas unitarias con cobertura ≥ 70% (Cypress + pytest)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Dashboard de Green Software (métricas de consumo CO₂) </a:t>
            </a:r>
          </a:p>
        </p:txBody>
      </p:sp>
    </p:spTree>
    <p:extLst>
      <p:ext uri="{BB962C8B-B14F-4D97-AF65-F5344CB8AC3E}">
        <p14:creationId xmlns:p14="http://schemas.microsoft.com/office/powerpoint/2010/main" val="199405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E32E-18F8-3AD2-5AD2-1933B602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EB78F-5AE0-C759-C6FA-67D988EA342D}"/>
              </a:ext>
            </a:extLst>
          </p:cNvPr>
          <p:cNvSpPr txBox="1"/>
          <p:nvPr/>
        </p:nvSpPr>
        <p:spPr>
          <a:xfrm>
            <a:off x="1331640" y="692696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2400" b="1" dirty="0"/>
              <a:t>Demostración del trabajo completado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E5D48C-D328-00DD-E731-93C0B253E352}"/>
              </a:ext>
            </a:extLst>
          </p:cNvPr>
          <p:cNvSpPr txBox="1"/>
          <p:nvPr/>
        </p:nvSpPr>
        <p:spPr>
          <a:xfrm>
            <a:off x="1403648" y="1412776"/>
            <a:ext cx="66967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Generación automática de horarios mediante motor </a:t>
            </a:r>
            <a:r>
              <a:rPr lang="es-ES" dirty="0" err="1"/>
              <a:t>CSP</a:t>
            </a:r>
            <a:r>
              <a:rPr lang="es-ES" dirty="0"/>
              <a:t> (32s promedio para 200 estudiantes, 10 cursos, 10 docentes)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Evaluador de calidad del horario (detección de huecos y balance de carga)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Control de acceso por roles: admin, coordinador, docente y estudiante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Integración motor CSP → API REST → Frontend (visualización del horario generado) </a:t>
            </a:r>
          </a:p>
        </p:txBody>
      </p:sp>
    </p:spTree>
    <p:extLst>
      <p:ext uri="{BB962C8B-B14F-4D97-AF65-F5344CB8AC3E}">
        <p14:creationId xmlns:p14="http://schemas.microsoft.com/office/powerpoint/2010/main" val="245368228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FWJASSSE55TN-275-89</_dlc_DocId>
    <_dlc_DocIdUrl xmlns="01eb4bd6-a8ff-4439-b7eb-fe0a650fbd8a">
      <Url>https://portal.smrey.net/areas/it/_layouts/15/DocIdRedir.aspx?ID=FWJASSSE55TN-275-89</Url>
      <Description>FWJASSSE55TN-275-89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A153A-738A-46A0-99D9-95D181851B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0382EE-287C-4A6D-BC9A-747A508B6B29}">
  <ds:schemaRefs>
    <ds:schemaRef ds:uri="01eb4bd6-a8ff-4439-b7eb-fe0a650fbd8a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829AFC-3782-4D2D-8542-5E6C64387F0D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7CCABAD-9D4B-42FB-80F1-5D032DA057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9397</TotalTime>
  <Words>186</Words>
  <Application>Microsoft Office PowerPoint</Application>
  <PresentationFormat>Presentación en pantalla (4:3)</PresentationFormat>
  <Paragraphs>25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4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255</cp:revision>
  <dcterms:created xsi:type="dcterms:W3CDTF">2012-03-27T19:44:46Z</dcterms:created>
  <dcterms:modified xsi:type="dcterms:W3CDTF">2026-06-21T22:48:35Z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ad5b9eb1-3f56-4f57-9c5a-78d9eb8422d9</vt:lpwstr>
  </property>
</Properties>
</file>