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58" r:id="rId9"/>
  </p:sldMasterIdLst>
  <p:notesMasterIdLst>
    <p:notesMasterId r:id="rId14"/>
  </p:notesMasterIdLst>
  <p:sldIdLst>
    <p:sldId id="266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27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868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937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17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087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6387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611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1994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7036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908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0963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9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8376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87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0189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4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REUNION DE DEMOSTRACION Y</a:t>
            </a:r>
          </a:p>
          <a:p>
            <a:pPr algn="ctr"/>
            <a:r>
              <a:rPr lang="es-PA" sz="2800" b="1" dirty="0"/>
              <a:t>REVISION DEL SPRINT 2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611560" y="4293096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ES" sz="2800" b="1" dirty="0"/>
          </a:p>
          <a:p>
            <a:pPr algn="ctr"/>
            <a:r>
              <a:rPr lang="es-PE" sz="2800" b="1" dirty="0"/>
              <a:t>Sprint 2 (13/04/2026 - 05/05/2026)</a:t>
            </a: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637225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Demostración del trabajo completado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Pendientes</a:t>
            </a:r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441C-5DE8-7F8D-6013-F6438C9B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81A25-A726-F47A-7271-37D7FDC42F7C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400" b="1" dirty="0"/>
              <a:t>Historias de Usuario completadas en este Sprint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AF7CCA-081B-2BD9-9817-ACF2F855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239478"/>
            <a:ext cx="666023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SGDHA-12 – Autenticación de usuarios (JWT)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SGDHA-10 – Visualizar horarios semanales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SGDHA-6 – Validar límite de créditos (máx. 6)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SGDHA-5 – Validar prerrequisitos académicos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C720F8-E4A1-0B9C-CE0E-79CB5C8724D1}"/>
              </a:ext>
            </a:extLst>
          </p:cNvPr>
          <p:cNvSpPr txBox="1"/>
          <p:nvPr/>
        </p:nvSpPr>
        <p:spPr>
          <a:xfrm>
            <a:off x="1367644" y="3063977"/>
            <a:ext cx="64087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Pendientes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del motor CSP (backtracking + forward checking)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de acceso por roles (4 roles)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Evaluación de calidad del horario generado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Pruebas de integración auth + horarios </a:t>
            </a:r>
          </a:p>
        </p:txBody>
      </p:sp>
    </p:spTree>
    <p:extLst>
      <p:ext uri="{BB962C8B-B14F-4D97-AF65-F5344CB8AC3E}">
        <p14:creationId xmlns:p14="http://schemas.microsoft.com/office/powerpoint/2010/main" val="199405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E32E-18F8-3AD2-5AD2-1933B602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EB78F-5AE0-C759-C6FA-67D988EA342D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400" b="1" dirty="0"/>
              <a:t>Demostración del trabajo completado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E5D48C-D328-00DD-E731-93C0B253E352}"/>
              </a:ext>
            </a:extLst>
          </p:cNvPr>
          <p:cNvSpPr txBox="1"/>
          <p:nvPr/>
        </p:nvSpPr>
        <p:spPr>
          <a:xfrm>
            <a:off x="1403648" y="1412776"/>
            <a:ext cx="66967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 err="1"/>
              <a:t>Login</a:t>
            </a:r>
            <a:r>
              <a:rPr lang="es-ES" dirty="0"/>
              <a:t> con autenticación </a:t>
            </a:r>
            <a:r>
              <a:rPr lang="es-ES" dirty="0" err="1"/>
              <a:t>JWT</a:t>
            </a:r>
            <a:r>
              <a:rPr lang="es-ES" dirty="0"/>
              <a:t> para los 4 roles (admin, coordinador, docente, estudiante)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Vista semanal de horarios por 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Validación de límite de créditos (máximo 6) con casos límite probados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Validación de prerrequisitos académicos </a:t>
            </a:r>
          </a:p>
        </p:txBody>
      </p:sp>
    </p:spTree>
    <p:extLst>
      <p:ext uri="{BB962C8B-B14F-4D97-AF65-F5344CB8AC3E}">
        <p14:creationId xmlns:p14="http://schemas.microsoft.com/office/powerpoint/2010/main" val="24536822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9396</TotalTime>
  <Words>149</Words>
  <Application>Microsoft Office PowerPoint</Application>
  <PresentationFormat>Presentación en pantalla (4:3)</PresentationFormat>
  <Paragraphs>26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255</cp:revision>
  <dcterms:created xsi:type="dcterms:W3CDTF">2012-03-27T19:44:46Z</dcterms:created>
  <dcterms:modified xsi:type="dcterms:W3CDTF">2026-06-21T22:47:50Z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